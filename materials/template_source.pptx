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0370" y="2479711"/>
            <a:ext cx="1301866" cy="84124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5" b="1" dirty="0">
                <a:solidFill>
                  <a:srgbClr val="1C1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5396" y="1401318"/>
            <a:ext cx="4313208" cy="117043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185" b="1" dirty="0">
                <a:solidFill>
                  <a:srgbClr val="445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 谢 聆 听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全屏显示(16:9)</PresentationFormat>
  <Paragraphs>4</Paragraphs>
  <Slides>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梦里水乡</cp:lastModifiedBy>
  <cp:revision>3</cp:revision>
  <dcterms:created xsi:type="dcterms:W3CDTF">2025-10-29T13:46:00Z</dcterms:created>
  <dcterms:modified xsi:type="dcterms:W3CDTF">2025-11-18T05:35:00Z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{"ContentPropagator":"001191340000711771143J00000","Label":"1","ReservedCode1":"1761745599093","ProduceID":"zhiwen-pptx-9122828413","ReservedCode2":"1761745599093","PropagateID":"zhiwen-pptx-9122828413","ContentProducer":"001191340000711771143J00000"}</vt:lpwstr>
  </property>
  <property fmtid="{D5CDD505-2E9C-101B-9397-08002B2CF9AE}" pid="3" name="ICV">
    <vt:lpwstr>23E6A2EBC2734BD99ED45DB72656E3B2_12</vt:lpwstr>
  </property>
  <property fmtid="{D5CDD505-2E9C-101B-9397-08002B2CF9AE}" pid="4" name="KSOProductBuildVer">
    <vt:lpwstr>2052-12.1.0.23542</vt:lpwstr>
  </property>
</Properties>
</file>